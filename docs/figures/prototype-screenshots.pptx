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4" r:id="rId2"/>
    <p:sldId id="262" r:id="rId3"/>
    <p:sldId id="26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1B1B"/>
    <a:srgbClr val="2A2A2A"/>
    <a:srgbClr val="181818"/>
    <a:srgbClr val="0A0A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8"/>
  </p:normalViewPr>
  <p:slideViewPr>
    <p:cSldViewPr snapToGrid="0">
      <p:cViewPr>
        <p:scale>
          <a:sx n="97" d="100"/>
          <a:sy n="97" d="100"/>
        </p:scale>
        <p:origin x="496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AE53D5-88FC-4544-A218-8B0D1677F120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D8010E-3793-4248-8135-814699921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734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1AD98-CA34-FCB8-D3C4-E28867118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51285D-7B1D-D036-9502-B09E082C7A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3FCADD-CBD6-78B0-3F1C-2E62615D8C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29670-A331-7316-7E20-8F960BF7FF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8010E-3793-4248-8135-81469992178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55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B8B29-C094-5B82-0B43-3017B0EF1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D7EAA4-6906-F8E1-CC96-EC1B514F7F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E41183-325D-11D4-AE70-9B48C9BDDF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CDD14-B44B-AF7B-53E0-54B8CE384A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8010E-3793-4248-8135-81469992178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31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C2A1D-D652-A098-364A-AE167C908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04A0AE-49CF-B3EB-A306-D0EBFE2D43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15466E-27FC-1A48-43CD-5F4F72A77B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59F6C-0554-D355-B1D0-247F8C6D4B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8010E-3793-4248-8135-81469992178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37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3E1BF-9A04-682D-92B5-34A2BF49C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F95F95-D5CE-C4FB-F0B1-829BD39317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AE600-02FB-3A1C-4F39-C2CC7967E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3825-5853-B340-A35D-3FB8690AB3EF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B0C24-0798-FAE1-C9FA-980D31061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72C42-7B35-F0FB-052B-3AA60D591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F6CB-5120-1449-B4B7-43FC4AD1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886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05424-7325-F93C-E4DE-94F528B30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BCC76-DAA3-3708-BE10-500C1E8E9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6DF10-5DE8-F9C4-6656-68859F38E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3825-5853-B340-A35D-3FB8690AB3EF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85813-5DB6-5AE9-5CDA-7B40DD230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31FF5-4238-14A9-C2A0-848633553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F6CB-5120-1449-B4B7-43FC4AD1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6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3F0ED-FD5A-4607-1900-A98A40A3F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6F1DC-4FB4-D6DC-8069-56FC7EB58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9C182-7C06-07F4-17A9-7ED7C0F5B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3825-5853-B340-A35D-3FB8690AB3EF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E3D8D-953D-3C60-8272-1F8CE54F1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1C68F-5500-D53A-B87B-4987B5A06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F6CB-5120-1449-B4B7-43FC4AD1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970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14937-D22F-4BCC-7964-2EAADEB3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E684D-D6F8-F7A4-9223-6D8590F0D7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EBEB65-8532-14E0-7395-96D2BB1AF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281216-C3D2-0691-EBF2-CC2C31579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3825-5853-B340-A35D-3FB8690AB3EF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BFD93A-1E25-4971-68F7-8179EE980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C58114-DB8D-04BB-EB72-F87AC0F05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F6CB-5120-1449-B4B7-43FC4AD1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465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FE727-65BE-D6AE-730C-C448A0C2F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67E9B-9B92-B337-7E79-93C048785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412BE-3B10-2963-49C8-A6CE838C3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BF84E8-D467-D912-7E72-563A6B87BF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FECE9F-B5A2-1A78-8150-B631520697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FB802E-AB76-E745-0F12-40E83CBAE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3825-5853-B340-A35D-3FB8690AB3EF}" type="datetimeFigureOut">
              <a:rPr lang="en-US" smtClean="0"/>
              <a:t>7/8/26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5B5DA7-3E46-0490-9CDB-2108A6D5E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F38D67-DECF-33EA-5681-D31D3D8BD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F6CB-5120-1449-B4B7-43FC4AD1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365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602AD-104A-9D60-7FF3-696C9B013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C04792-F660-1A74-732C-371CD5526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3825-5853-B340-A35D-3FB8690AB3EF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3D2DF-C14D-0EC0-3279-9E1FCBB47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E319E4-BCDE-E32C-8B66-CF5EB4E93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F6CB-5120-1449-B4B7-43FC4AD1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81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B45C43-66F3-7491-421E-DCF1B015B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3825-5853-B340-A35D-3FB8690AB3EF}" type="datetimeFigureOut">
              <a:rPr lang="en-US" smtClean="0"/>
              <a:t>7/8/26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DFBCBD-3436-C49E-03D5-71CCE94B3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F6B62-125C-1079-D028-E61DAA47C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F6CB-5120-1449-B4B7-43FC4AD1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703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B82BC-5301-2D6A-08EF-B4E9B13D0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8491B-BA46-6E39-460B-5B0818F99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8FA25A-3484-DD67-5C93-1661F92A4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90C078-0CA3-A6DA-1C3B-F95965C07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3825-5853-B340-A35D-3FB8690AB3EF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2629C7-305C-0DBF-8795-0306439BF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AECC8-7464-DEEB-FD48-9638AEA7C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F6CB-5120-1449-B4B7-43FC4AD1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160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E2C44-076D-A514-8DB2-FD4413E27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41904F-C010-2A77-F82E-D87B646B99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8AFEAA-684A-189F-B3CC-0C6BE531A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C1B0A0-D1A0-EC1D-65D0-EEA46EFAC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3825-5853-B340-A35D-3FB8690AB3EF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B45C37-B03C-906B-5F07-07141E6A8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C5485-A8FB-D135-9BEC-399D28F36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F6CB-5120-1449-B4B7-43FC4AD1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745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F363D-4443-ACB0-6E29-407A6CA3F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C547E5-86F7-1483-92A2-09D2703984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4387B-4B05-0AD0-4C26-F8F3801C4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3825-5853-B340-A35D-3FB8690AB3EF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C4F3C-17D4-555E-BBF9-F247DC9AC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22D3F-5A72-8EA4-DD4A-630493C07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F6CB-5120-1449-B4B7-43FC4AD1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368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DE98B2-844B-F29B-81B2-9606CA9379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6F0DD6-4B8A-64E0-0D1D-1DCC693F9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4CFE9-B156-F4D6-1B1C-6EFECCDE4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3825-5853-B340-A35D-3FB8690AB3EF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BF17B-3E6C-EC5F-02EF-C7424217D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DB986-8D73-A03A-3128-E117D79D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F6CB-5120-1449-B4B7-43FC4AD1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75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7D69FF-830C-0F76-AE98-5EA449B9E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83B1B-F879-A74B-8119-7D7633E86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8A7AD-FE23-BE27-2296-30DA368E3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9B3825-5853-B340-A35D-3FB8690AB3EF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63B16-90AF-905D-40F6-5AC216412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472BF-6648-C8B4-65EE-08813E09C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ECF6CB-5120-1449-B4B7-43FC4AD1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05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BC21B-07ED-8F58-3799-9E4DC9DB1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141E2CFE-28B7-C783-717D-979D26880F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3444" y="-15865"/>
            <a:ext cx="12298877" cy="6889730"/>
          </a:xfrm>
          <a:prstGeom prst="rect">
            <a:avLst/>
          </a:prstGeom>
          <a:solidFill>
            <a:srgbClr val="1B1B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A7878B-E62B-2838-DC2B-0682FAC8E1B4}"/>
              </a:ext>
            </a:extLst>
          </p:cNvPr>
          <p:cNvSpPr txBox="1"/>
          <p:nvPr/>
        </p:nvSpPr>
        <p:spPr>
          <a:xfrm>
            <a:off x="1346216" y="6127598"/>
            <a:ext cx="9499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Helvetica Light" panose="020B0403020202020204" pitchFamily="34" charset="0"/>
              </a:rPr>
              <a:t>Prototype 1 - Algorithmic Pattern Generator (Perlin Noise)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5DFF4C1-66E4-B4D0-4B33-8DE73E6D7E7C}"/>
              </a:ext>
            </a:extLst>
          </p:cNvPr>
          <p:cNvGrpSpPr/>
          <p:nvPr/>
        </p:nvGrpSpPr>
        <p:grpSpPr>
          <a:xfrm>
            <a:off x="1049823" y="268500"/>
            <a:ext cx="10092339" cy="5697606"/>
            <a:chOff x="2107097" y="1445239"/>
            <a:chExt cx="7781187" cy="4392851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B32A600-A67C-EF5E-7975-4FDFA8660A2C}"/>
                </a:ext>
              </a:extLst>
            </p:cNvPr>
            <p:cNvSpPr>
              <a:spLocks/>
            </p:cNvSpPr>
            <p:nvPr/>
          </p:nvSpPr>
          <p:spPr>
            <a:xfrm>
              <a:off x="2107097" y="1445239"/>
              <a:ext cx="7781187" cy="43928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1EF9DC65-1D2D-0EDC-4FD5-8C043231D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65" r="630" b="12154"/>
            <a:stretch>
              <a:fillRect/>
            </a:stretch>
          </p:blipFill>
          <p:spPr>
            <a:xfrm>
              <a:off x="2157898" y="1500096"/>
              <a:ext cx="7679585" cy="42831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64607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3D265-D00E-640E-24AF-E057BF7D8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7C87856-913C-FFAB-B81F-E032E2B5CD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3444" y="-15865"/>
            <a:ext cx="12298877" cy="6889730"/>
          </a:xfrm>
          <a:prstGeom prst="rect">
            <a:avLst/>
          </a:prstGeom>
          <a:solidFill>
            <a:srgbClr val="1B1B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D80812-A905-6C94-74E2-20A6BE09794C}"/>
              </a:ext>
            </a:extLst>
          </p:cNvPr>
          <p:cNvSpPr txBox="1"/>
          <p:nvPr/>
        </p:nvSpPr>
        <p:spPr>
          <a:xfrm>
            <a:off x="1346216" y="6127598"/>
            <a:ext cx="9499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Helvetica Light" panose="020B0403020202020204" pitchFamily="34" charset="0"/>
              </a:rPr>
              <a:t>Prototype 2 - Parameterised Algorithmic Pattern Generator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764D2F3-1C50-2914-C132-42C7CE342743}"/>
              </a:ext>
            </a:extLst>
          </p:cNvPr>
          <p:cNvGrpSpPr/>
          <p:nvPr/>
        </p:nvGrpSpPr>
        <p:grpSpPr>
          <a:xfrm>
            <a:off x="1049823" y="268500"/>
            <a:ext cx="10092339" cy="5697606"/>
            <a:chOff x="2107097" y="1445239"/>
            <a:chExt cx="7781187" cy="4392851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CFDD6AF-B876-1C73-D937-C9AD1BD84502}"/>
                </a:ext>
              </a:extLst>
            </p:cNvPr>
            <p:cNvSpPr>
              <a:spLocks/>
            </p:cNvSpPr>
            <p:nvPr/>
          </p:nvSpPr>
          <p:spPr>
            <a:xfrm>
              <a:off x="2107097" y="1445239"/>
              <a:ext cx="7781187" cy="43928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5865C8C3-E93C-7DE8-E2BC-A1127899FB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65" r="630" b="12154"/>
            <a:stretch>
              <a:fillRect/>
            </a:stretch>
          </p:blipFill>
          <p:spPr>
            <a:xfrm>
              <a:off x="2157898" y="1500096"/>
              <a:ext cx="7679585" cy="42831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80314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83C6A-E92A-AF96-AD66-0D93C49AF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01DD7836-387B-FFA1-26E5-7DF715962A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3444" y="-15865"/>
            <a:ext cx="12298877" cy="6889730"/>
          </a:xfrm>
          <a:prstGeom prst="rect">
            <a:avLst/>
          </a:prstGeom>
          <a:solidFill>
            <a:srgbClr val="1B1B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54A095-A63B-3870-8869-C3FF63B06938}"/>
              </a:ext>
            </a:extLst>
          </p:cNvPr>
          <p:cNvSpPr txBox="1"/>
          <p:nvPr/>
        </p:nvSpPr>
        <p:spPr>
          <a:xfrm>
            <a:off x="1346216" y="6127598"/>
            <a:ext cx="9499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Helvetica Light" panose="020B0403020202020204" pitchFamily="34" charset="0"/>
              </a:rPr>
              <a:t>Prototype 3 (mockup) – Algorithmic Pattern Explorer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AB0272-4C3B-DB05-4497-065FEDC669CB}"/>
              </a:ext>
            </a:extLst>
          </p:cNvPr>
          <p:cNvSpPr>
            <a:spLocks/>
          </p:cNvSpPr>
          <p:nvPr/>
        </p:nvSpPr>
        <p:spPr>
          <a:xfrm>
            <a:off x="1049823" y="268500"/>
            <a:ext cx="10092339" cy="56976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A7BEA8-ADB8-861E-8994-D1C038E29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904" y="330112"/>
            <a:ext cx="8886192" cy="557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681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2983</TotalTime>
  <Words>29</Words>
  <Application>Microsoft Macintosh PowerPoint</Application>
  <PresentationFormat>Widescreen</PresentationFormat>
  <Paragraphs>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Helvetica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GEORGIA SWEENY</dc:creator>
  <cp:lastModifiedBy>GEORGIA SWEENY</cp:lastModifiedBy>
  <cp:revision>7</cp:revision>
  <dcterms:created xsi:type="dcterms:W3CDTF">2026-07-07T09:51:08Z</dcterms:created>
  <dcterms:modified xsi:type="dcterms:W3CDTF">2026-07-09T22:04:38Z</dcterms:modified>
</cp:coreProperties>
</file>